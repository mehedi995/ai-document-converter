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sample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r>
              <a:t>Second bullet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on the second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